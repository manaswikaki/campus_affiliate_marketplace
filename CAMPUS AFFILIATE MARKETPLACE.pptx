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4A95A6108" userId="34ebea12-0137-4811-b5e7-6891577e295b" providerId="ADAL" clId="{46287E16-997D-45D7-A3A2-032C388AF5DB}"/>
    <pc:docChg chg="modSld">
      <pc:chgData name="24A95A6108" userId="34ebea12-0137-4811-b5e7-6891577e295b" providerId="ADAL" clId="{46287E16-997D-45D7-A3A2-032C388AF5DB}" dt="2026-05-11T10:59:20.192" v="5" actId="1036"/>
      <pc:docMkLst>
        <pc:docMk/>
      </pc:docMkLst>
      <pc:sldChg chg="modSp mod">
        <pc:chgData name="24A95A6108" userId="34ebea12-0137-4811-b5e7-6891577e295b" providerId="ADAL" clId="{46287E16-997D-45D7-A3A2-032C388AF5DB}" dt="2026-05-11T10:59:20.192" v="5" actId="1036"/>
        <pc:sldMkLst>
          <pc:docMk/>
          <pc:sldMk cId="0" sldId="260"/>
        </pc:sldMkLst>
        <pc:picChg chg="mod">
          <ac:chgData name="24A95A6108" userId="34ebea12-0137-4811-b5e7-6891577e295b" providerId="ADAL" clId="{46287E16-997D-45D7-A3A2-032C388AF5DB}" dt="2026-05-11T10:59:20.192" v="5" actId="1036"/>
          <ac:picMkLst>
            <pc:docMk/>
            <pc:sldMk cId="0" sldId="260"/>
            <ac:picMk id="13" creationId="{7EED407D-D591-BD37-42ED-10FDBAE078F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314EB90-ACF7-A4AF-CA6F-3BB2B04D5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288000" cy="10333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44F5E55-3E9A-56FF-A32D-C744367B5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0"/>
            <a:ext cx="18288000" cy="102781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42E09B5-0E21-85C7-2B50-74D17A662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8288000" cy="103443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B30908-1A34-6559-C515-84B8E4329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74"/>
            <a:ext cx="18287999" cy="10263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EED407D-D591-BD37-42ED-10FDBAE07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41"/>
            <a:ext cx="18476320" cy="102626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AFFILIATE MARKETPLACE</dc:title>
  <cp:lastModifiedBy>Manaswi rajulu K</cp:lastModifiedBy>
  <cp:revision>3</cp:revision>
  <dcterms:created xsi:type="dcterms:W3CDTF">2006-08-16T00:00:00Z</dcterms:created>
  <dcterms:modified xsi:type="dcterms:W3CDTF">2026-05-11T10:59:25Z</dcterms:modified>
  <dc:identifier>DAHJVNoVkJM</dc:identifier>
</cp:coreProperties>
</file>